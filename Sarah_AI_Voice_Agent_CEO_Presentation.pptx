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57200"/>
            <a:ext cx="5029200" cy="5029200"/>
          </a:xfrm>
          <a:prstGeom prst="ellipse">
            <a:avLst/>
          </a:prstGeom>
          <a:solidFill>
            <a:srgbClr val="02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1097280"/>
            <a:ext cx="3474720" cy="34747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FORAGE AI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Sarah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ADCFC"/>
                </a:solidFill>
              </a:rPr>
              <a:t>AI Voice Agent for Doctor Branch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B8E0"/>
                </a:solidFill>
              </a:rPr>
              <a:t>Automated Medical Directory Calls using 100% Open-Source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</a:rPr>
              <a:t>Built by Forage AI Healthcare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</a:rPr>
              <a:t>🗂️  Manual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E"/>
                </a:solidFill>
              </a:rPr>
              <a:t>Staff have to call each hospital one by one to find where a doctor works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44475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</a:rPr>
              <a:t>⏰  Time Drain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385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E"/>
                </a:solidFill>
              </a:rPr>
              <a:t>A team member can verify only 10–20 doctors per day — slow and expensive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5760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</a:rPr>
              <a:t>❌  Inconsistent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1596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E"/>
                </a:solidFill>
              </a:rPr>
              <a:t>Different staff get different information — no standard script or process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657600"/>
            <a:ext cx="5669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82219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</a:rPr>
              <a:t>📈  Not 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31596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E"/>
                </a:solidFill>
              </a:rPr>
              <a:t>We have thousands of doctors to verify — manual calling cannot keep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Our Solution: Sarah — AI Voice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E"/>
                </a:solidFill>
              </a:rPr>
              <a:t>Sarah is a fully automated AI agent that calls hospitals by phone — exactly like a human staff member would.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761"/>
                </a:solidFill>
              </a:rPr>
              <a:t>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E"/>
                </a:solidFill>
              </a:rPr>
              <a:t>Calls hospitals automatically via real phone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41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761"/>
                </a:solidFill>
              </a:rPr>
              <a:t>🗣️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E"/>
                </a:solidFill>
              </a:rPr>
              <a:t>Speaks naturally — calm, professional, human-like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99815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761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45535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E"/>
                </a:solidFill>
              </a:rPr>
              <a:t>Understands every response and handles objections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581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761"/>
                </a:solidFill>
              </a:rP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03904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E"/>
                </a:solidFill>
              </a:rPr>
              <a:t>Saves the branch location to our database instantly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165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761"/>
                </a:solidFill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6227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E"/>
                </a:solidFill>
              </a:rPr>
              <a:t>Runs 24/7 without any human supervision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E2761"/>
                </a:solidFill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20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E"/>
                </a:solidFill>
              </a:rPr>
              <a:t>Records full audio + transcript of every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097280"/>
            <a:ext cx="5303520" cy="53949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LIVE CALL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783080"/>
            <a:ext cx="475488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2C39A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7830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Sarah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7830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Good morning! This is Sarah calling from
Forage AI Healthcare. Am I speaking with Apollo?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532888"/>
            <a:ext cx="475488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53288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</a:rPr>
              <a:t>Caller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532888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Yes, speaking.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282696"/>
            <a:ext cx="475488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2C39A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8269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Sarah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282696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Could you tell me which branch
Dr. John is currently working at?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032504"/>
            <a:ext cx="475488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ADCFC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032504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</a:rPr>
              <a:t>Caller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032504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He's at Jubilee Hills.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782312"/>
            <a:ext cx="475488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2C39A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782312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Sarah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782312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Wonderful — thank you so much!
Have a great day!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532120"/>
            <a:ext cx="475488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2C39A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5321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✅ SAVED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553212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Branch: Jubilee Hills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How Sarah Works — Step by Step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143000"/>
            <a:ext cx="868680" cy="8686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868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9928" y="1463040"/>
            <a:ext cx="530352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79" y="2194560"/>
            <a:ext cx="1737360" cy="329184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3317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Give Sarah
a Doctor &amp;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32918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You type: doctor name + hospital phone number</a:t>
            </a:r>
          </a:p>
        </p:txBody>
      </p:sp>
      <p:sp>
        <p:nvSpPr>
          <p:cNvPr id="10" name="Oval 9"/>
          <p:cNvSpPr/>
          <p:nvPr/>
        </p:nvSpPr>
        <p:spPr>
          <a:xfrm>
            <a:off x="2761488" y="1143000"/>
            <a:ext cx="868680" cy="8686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143000"/>
            <a:ext cx="868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48456" y="1463040"/>
            <a:ext cx="530352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0008" y="2194560"/>
            <a:ext cx="1737360" cy="329184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3317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Sarah Dials
the Hospital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918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Twilio places a real phone call automatically</a:t>
            </a:r>
          </a:p>
        </p:txBody>
      </p:sp>
      <p:sp>
        <p:nvSpPr>
          <p:cNvPr id="16" name="Oval 15"/>
          <p:cNvSpPr/>
          <p:nvPr/>
        </p:nvSpPr>
        <p:spPr>
          <a:xfrm>
            <a:off x="4700016" y="1143000"/>
            <a:ext cx="868680" cy="8686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1143000"/>
            <a:ext cx="868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86983" y="1463040"/>
            <a:ext cx="530352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8536" y="2194560"/>
            <a:ext cx="1737360" cy="329184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3317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Greets the
Receptionist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2918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"Good morning, this is Sarah from Forage AI..."</a:t>
            </a:r>
          </a:p>
        </p:txBody>
      </p:sp>
      <p:sp>
        <p:nvSpPr>
          <p:cNvPr id="22" name="Oval 21"/>
          <p:cNvSpPr/>
          <p:nvPr/>
        </p:nvSpPr>
        <p:spPr>
          <a:xfrm>
            <a:off x="6638544" y="1143000"/>
            <a:ext cx="868680" cy="8686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544" y="1143000"/>
            <a:ext cx="868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25512" y="1463040"/>
            <a:ext cx="530352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27064" y="2194560"/>
            <a:ext cx="1737360" cy="329184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23317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Listens &amp;
Understands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32918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Whisper AI converts voice to text in real-time</a:t>
            </a:r>
          </a:p>
        </p:txBody>
      </p:sp>
      <p:sp>
        <p:nvSpPr>
          <p:cNvPr id="28" name="Oval 27"/>
          <p:cNvSpPr/>
          <p:nvPr/>
        </p:nvSpPr>
        <p:spPr>
          <a:xfrm>
            <a:off x="8577072" y="1143000"/>
            <a:ext cx="868680" cy="8686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7072" y="1143000"/>
            <a:ext cx="868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1463040"/>
            <a:ext cx="530352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65592" y="2194560"/>
            <a:ext cx="1737360" cy="329184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8744" y="23317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Responds
Intelligently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32918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Llama 70B AI decides the perfect reply</a:t>
            </a:r>
          </a:p>
        </p:txBody>
      </p:sp>
      <p:sp>
        <p:nvSpPr>
          <p:cNvPr id="34" name="Oval 33"/>
          <p:cNvSpPr/>
          <p:nvPr/>
        </p:nvSpPr>
        <p:spPr>
          <a:xfrm>
            <a:off x="10515600" y="1143000"/>
            <a:ext cx="868680" cy="8686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0" y="1143000"/>
            <a:ext cx="868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04120" y="2194560"/>
            <a:ext cx="1737360" cy="329184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77272" y="23317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Branch Found
→ Saves &amp; Closes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7272" y="3291840"/>
            <a:ext cx="1600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Result saved to database + audio + transcript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Technologies We Use — All Open Source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300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94360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Cost / Source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Twilio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Places outbound phone calls — handles real phone audio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~$0.01/min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FastAPI (Python)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The web server that runs Sarah on your computer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Free / Open Source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ngrok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Makes your local server reachable by Twilio over internet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Free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WebRTC VAD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Detects the exact moment caller stops speaking (20ms precision)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Free / Open Source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Groq Whisper</a:t>
                      </a:r>
                    </a:p>
                    <a:p>
                      <a:r>
                        <a:t>(whisper-large-v3-turbo)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Converts caller's voice to text (Speech-to-Text)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Free Groq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Groq Llama 3.3 70B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The AI brain — reads conversation, decides what to say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Free Groq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Groq Llama 3.1 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Backup AI — activates when 70B hits rate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Free Groq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Piper TTS (Amy voice)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Converts Sarah's text reply into spoken audio — runs locally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Free / Open Source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Database — stores every call result, transcript, outcome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Free / Open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AI Models Inside Sarah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743200" cy="5303520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132588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258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</a:rPr>
              <a:t>Whisper STT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28090"/>
                </a:solidFill>
              </a:rPr>
              <a:t>Speech →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Listens to caller's 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Converts it to text in ~0.5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Trained on medical location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Filters phone noise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143000"/>
            <a:ext cx="2743200" cy="5303520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32588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3258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</a:rPr>
              <a:t>Llama 3.3 70B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E2761"/>
                </a:solidFill>
              </a:rPr>
              <a:t>The 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154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Reads full conversation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Decides the perfect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Handles 26 different call scenarios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Responds in ~1–2 seconds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2743200" cy="5303520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2320" y="1325880"/>
            <a:ext cx="822960" cy="822960"/>
          </a:xfrm>
          <a:prstGeom prst="ellipse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13258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</a:rPr>
              <a:t>Llama 3.1 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5C8A"/>
                </a:solidFill>
              </a:rPr>
              <a:t>Backup Brain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154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Activates when 70B hits rate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Smaller &amp; faster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Handles basic responses reliably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Compact system prompt (saves tokens)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143000"/>
            <a:ext cx="2743200" cy="5303520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0" y="1325880"/>
            <a:ext cx="822960" cy="822960"/>
          </a:xfrm>
          <a:prstGeom prst="ellipse">
            <a:avLst/>
          </a:prstGeom>
          <a:solidFill>
            <a:srgbClr val="02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13258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</a:rPr>
              <a:t>Piper TTS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28060"/>
                </a:solidFill>
              </a:rPr>
              <a:t>Text → Voice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154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Converts Sarah's text to audio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Runs locally — zero API 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160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Amy: natural American female voice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• Pre-warms common phrases at startup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Inside a Real Call — What Happens Second by 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108960"/>
            <a:ext cx="1106424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2971800"/>
            <a:ext cx="347472" cy="34747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64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4028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Run
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033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python run_twilio.py
--doctor John
--hospital Apollo</a:t>
            </a:r>
          </a:p>
        </p:txBody>
      </p:sp>
      <p:sp>
        <p:nvSpPr>
          <p:cNvPr id="9" name="Oval 8"/>
          <p:cNvSpPr/>
          <p:nvPr/>
        </p:nvSpPr>
        <p:spPr>
          <a:xfrm>
            <a:off x="2011679" y="2971800"/>
            <a:ext cx="347472" cy="34747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9072" y="3364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1" y="224028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Call
Placed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1" y="37033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Twilio dials the
hospital number</a:t>
            </a:r>
          </a:p>
        </p:txBody>
      </p:sp>
      <p:sp>
        <p:nvSpPr>
          <p:cNvPr id="13" name="Oval 12"/>
          <p:cNvSpPr/>
          <p:nvPr/>
        </p:nvSpPr>
        <p:spPr>
          <a:xfrm>
            <a:off x="3273551" y="2971800"/>
            <a:ext cx="347472" cy="34747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3364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8s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224028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Hospital
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3" y="37033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Audio stream
connects via
WebSocket</a:t>
            </a:r>
          </a:p>
        </p:txBody>
      </p:sp>
      <p:sp>
        <p:nvSpPr>
          <p:cNvPr id="17" name="Oval 16"/>
          <p:cNvSpPr/>
          <p:nvPr/>
        </p:nvSpPr>
        <p:spPr>
          <a:xfrm>
            <a:off x="4535424" y="2971800"/>
            <a:ext cx="347472" cy="34747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3364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9s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224028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Sarah
Greets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37033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"Good morning!
This is Sarah..."</a:t>
            </a:r>
          </a:p>
        </p:txBody>
      </p:sp>
      <p:sp>
        <p:nvSpPr>
          <p:cNvPr id="21" name="Oval 20"/>
          <p:cNvSpPr/>
          <p:nvPr/>
        </p:nvSpPr>
        <p:spPr>
          <a:xfrm>
            <a:off x="5797296" y="2971800"/>
            <a:ext cx="347472" cy="34747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3364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12s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224028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Caller
Speaks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37033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VAD detects
voice start +
end (120–440ms)</a:t>
            </a:r>
          </a:p>
        </p:txBody>
      </p:sp>
      <p:sp>
        <p:nvSpPr>
          <p:cNvPr id="25" name="Oval 24"/>
          <p:cNvSpPr/>
          <p:nvPr/>
        </p:nvSpPr>
        <p:spPr>
          <a:xfrm>
            <a:off x="7059168" y="2971800"/>
            <a:ext cx="347472" cy="34747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3364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13s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24028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Whisper
STT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033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Voice → Text
in ~0.5 seconds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2971800"/>
            <a:ext cx="347472" cy="34747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8431" y="3364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14s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2711" y="224028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Llama
70B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37033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Generates perfect
reply in
~1–2 seconds</a:t>
            </a:r>
          </a:p>
        </p:txBody>
      </p:sp>
      <p:sp>
        <p:nvSpPr>
          <p:cNvPr id="33" name="Oval 32"/>
          <p:cNvSpPr/>
          <p:nvPr/>
        </p:nvSpPr>
        <p:spPr>
          <a:xfrm>
            <a:off x="9582912" y="2971800"/>
            <a:ext cx="347472" cy="347472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0304" y="3364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16s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224028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Piper
Speaks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37033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Text → Audio
played to caller</a:t>
            </a:r>
          </a:p>
        </p:txBody>
      </p:sp>
      <p:sp>
        <p:nvSpPr>
          <p:cNvPr id="37" name="Oval 36"/>
          <p:cNvSpPr/>
          <p:nvPr/>
        </p:nvSpPr>
        <p:spPr>
          <a:xfrm>
            <a:off x="10844784" y="2971800"/>
            <a:ext cx="347472" cy="3474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52176" y="336499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~60s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6455" y="2240280"/>
            <a:ext cx="1005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Branch
Saved 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3703320"/>
            <a:ext cx="1097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</a:rPr>
              <a:t>Result saved to DB
+ JSON + WAV
recording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the Terminal Logs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30000" cy="539496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9B0"/>
                </a:solidFill>
              </a:rPr>
              <a:t>POST /answer HTTP/1.1  200 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234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7090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✅ Hospital picked up the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9B0"/>
                </a:solidFill>
              </a:rPr>
              <a:t>WebSocket /stream/CA...  [accepted]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7090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✅ Live audio stream connected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9B0"/>
                </a:solidFill>
              </a:rPr>
              <a:t>INFO: connection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31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7090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✅ Audio flowing in both directions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9B0"/>
                </a:solidFill>
              </a:rPr>
              <a:t>[TURN 1] ✓ LLM  →  This is Sarah...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80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7090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✅ AI responded successfully on turn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9B0"/>
                </a:solidFill>
              </a:rPr>
              <a:t>[TURN 2] ✓ LLM  →  Could you tell me..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429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7090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✅ AI asked for branch 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9B0"/>
                </a:solidFill>
              </a:rPr>
              <a:t>⚡ rate-limited — retrying with 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9776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7090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977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107"/>
                </a:solidFill>
              </a:rPr>
              <a:t>⚠️  Main AI hit quota → using backup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79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9B0"/>
                </a:solidFill>
              </a:rPr>
              <a:t>△ FALLBACK (after error)  →  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52627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7090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5262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107"/>
                </a:solidFill>
              </a:rPr>
              <a:t>⚠️  Using pre-written response (no AI available)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9B0"/>
                </a:solidFill>
              </a:rPr>
              <a:t>INFO: connection closed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074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7090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📵 Call ended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235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9B0"/>
                </a:solidFill>
              </a:rPr>
              <a:t>Branch: Jubilee Hills  ✓  Resolved: 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623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7090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62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🎯 Mission accomplished — branch saved!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Sarah Handles Every Real-World Situation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48640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"Who are you?"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34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Identifies herself and Forage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29968"/>
            <a:ext cx="548640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7568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"Is this legal/approved?"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7568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Confirms legitimacy + data privacy in 1 sentence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71216"/>
            <a:ext cx="548640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1693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"Why are you calling?"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91693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Explains medical directory purpose briefly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12464"/>
            <a:ext cx="548640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5818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"Please hold"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5818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"Of course, take your time."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53712"/>
            <a:ext cx="548640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994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"He left this hospital"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59943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Asks where doctor moved → escalates with reason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394960"/>
            <a:ext cx="548640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"I can't share that"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4406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Clarifies only branch needed → tries once more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188720"/>
            <a:ext cx="557784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234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Gives department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1234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Asks for city/branch instead of department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029968"/>
            <a:ext cx="557784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07568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Gives vague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07568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Asks for specific name or 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871216"/>
            <a:ext cx="557784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91693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Refuses completely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291693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Closes professionally → escalates to follow-up team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712464"/>
            <a:ext cx="557784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75818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Voicemail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75818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Leaves professional message → escalates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553712"/>
            <a:ext cx="557784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5994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Caller is annoyed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459943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Stays calm, short acknowledgment, never argues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394960"/>
            <a:ext cx="5577840" cy="749808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440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Caller trails off mid-sentence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54406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E"/>
                </a:solidFill>
              </a:rPr>
              <a:t>→ Asks them to continue — never hangs 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Current State vs Paid Upgrade Path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3000"/>
          <a:ext cx="114300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5029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Current (Free / Open Source)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With Paid Upgrade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AI Rate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Groq Free: 6,000 tokens/minute → hits limit on rapid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Groq Paid ($5 deposit) → 100,000 tokens/min = 16× more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Voice Quality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Piper TTS — robotic, local, free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ElevenLabs (~$5/mo) → human-like, natural Sarah voice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Phone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Twilio — ~$0.01/min (already paid, works perfectly)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Same — Twilio is already the right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Server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Your local laptop — must be running during calls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AWS / Azure cloud — runs 24/7 without any laptop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Concurrent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1 call at a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100+ simultaneous calls → verify 1000s of doctors/day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STT Accuracy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Groq Whisper large-v3-turbo — already best available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4556E"/>
                          </a:solidFill>
                        </a:rPr>
                        <a:t>Same — no improvement needed here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</a:rPr>
              <a:t>Why This Is Impressive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669280" cy="160020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81328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984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100% Open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5564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No proprietary black boxes. Every model can be swapped or upgraded freely.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88720"/>
            <a:ext cx="5669280" cy="160020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60" y="1481328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81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2984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Built From Scratch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Custom VAD (Voice Activity Detection), adaptive silence timing, barge-in detection — not a template.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5669280" cy="160020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3264408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0815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Smart 3-Layer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3872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70B model → 8B backup → pre-written rules. Never crashes. Always responds professionally.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971800"/>
            <a:ext cx="5669280" cy="160020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60" y="3264408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264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0815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Real-World Resilient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53872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Handles garbled speech, rate limits, hold music, refusals, legal challenges, voicemail — all automatically.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54880"/>
            <a:ext cx="5669280" cy="160020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" y="5047488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646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Full Call Recording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32180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Every call saves: WAV audio + full transcript + JSON result + database entry. Nothing is lost.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754880"/>
            <a:ext cx="5669280" cy="1600200"/>
          </a:xfrm>
          <a:prstGeom prst="rect">
            <a:avLst/>
          </a:prstGeom>
          <a:solidFill>
            <a:srgbClr val="153278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37960" y="5047488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047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8646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Near-Zero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321808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Free tier APIs + local TTS + open source models. Running costs are under $5/month right now.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Real Call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743200" cy="2286000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2761"/>
                </a:solidFill>
              </a:rPr>
              <a:t>120ms–440ms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556E"/>
                </a:solidFill>
              </a:rPr>
              <a:t>Adaptive response time
(adjusts to how long
caller speaks)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43000"/>
            <a:ext cx="2743200" cy="2286000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80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2761"/>
                </a:solidFill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556E"/>
                </a:solidFill>
              </a:rPr>
              <a:t>Distinct call scenarios
handled automatically
by the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2743200" cy="2286000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2761"/>
                </a:solidFill>
              </a:rPr>
              <a:t>45–130s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556E"/>
                </a:solidFill>
              </a:rPr>
              <a:t>Average call duration
for a successful
branch discovery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143000"/>
            <a:ext cx="2743200" cy="2286000"/>
          </a:xfrm>
          <a:prstGeom prst="rect">
            <a:avLst/>
          </a:prstGeom>
          <a:solidFill>
            <a:srgbClr val="F4F7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280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2761"/>
                </a:solidFill>
              </a:rPr>
              <a:t>3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556E"/>
                </a:solidFill>
              </a:rPr>
              <a:t>Fallback protection:
70B → 8B → Rules
Never crashes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11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E"/>
                </a:solidFill>
              </a:rPr>
              <a:t>✅  Branch locations successfully obtained in live calls with real hospitals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E"/>
                </a:solidFill>
              </a:rPr>
              <a:t>✅  Handles 'who are you?', legal questions, holds, refusals, transfers — all without human help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4573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E"/>
                </a:solidFill>
              </a:rPr>
              <a:t>✅  Barge-in detection: caller can interrupt Sarah mid-sentence and she stops immediately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126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E"/>
                </a:solidFill>
              </a:rPr>
              <a:t>✅  Full WAV audio recording saved for every call — can be shared with manager via Slack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7959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E"/>
                </a:solidFill>
              </a:rPr>
              <a:t>✅  Rate limit fallback: even when primary AI is down, calls continue professionally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What's Next —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74320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Immediate
(This Week)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19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Upgrade Groq to paid tier ($5 deposit)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Eliminate rate limit completely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61772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16× more calls per minute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114300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0128" y="1143000"/>
            <a:ext cx="274320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1170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Short Term
(1 Month)</a:t>
            </a:r>
          </a:p>
        </p:txBody>
      </p:sp>
      <p:sp>
        <p:nvSpPr>
          <p:cNvPr id="19" name="Oval 18"/>
          <p:cNvSpPr/>
          <p:nvPr/>
        </p:nvSpPr>
        <p:spPr>
          <a:xfrm>
            <a:off x="3493008" y="1874519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187451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928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Deploy to AWS/Azure cloud server</a:t>
            </a:r>
          </a:p>
        </p:txBody>
      </p:sp>
      <p:sp>
        <p:nvSpPr>
          <p:cNvPr id="22" name="Oval 21"/>
          <p:cNvSpPr/>
          <p:nvPr/>
        </p:nvSpPr>
        <p:spPr>
          <a:xfrm>
            <a:off x="3493008" y="324612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93008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95928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Runs 24/7 without laptop</a:t>
            </a:r>
          </a:p>
        </p:txBody>
      </p:sp>
      <p:sp>
        <p:nvSpPr>
          <p:cNvPr id="25" name="Oval 24"/>
          <p:cNvSpPr/>
          <p:nvPr/>
        </p:nvSpPr>
        <p:spPr>
          <a:xfrm>
            <a:off x="3493008" y="4617720"/>
            <a:ext cx="411480" cy="411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4617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5928" y="4617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Add ElevenLabs natural voice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114300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54496" y="1143000"/>
            <a:ext cx="274320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1170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Medium Term
(3 Months)</a:t>
            </a:r>
          </a:p>
        </p:txBody>
      </p:sp>
      <p:sp>
        <p:nvSpPr>
          <p:cNvPr id="31" name="Oval 30"/>
          <p:cNvSpPr/>
          <p:nvPr/>
        </p:nvSpPr>
        <p:spPr>
          <a:xfrm>
            <a:off x="6437376" y="1874519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187451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296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10–50 parallel simultaneous calls</a:t>
            </a:r>
          </a:p>
        </p:txBody>
      </p:sp>
      <p:sp>
        <p:nvSpPr>
          <p:cNvPr id="34" name="Oval 33"/>
          <p:cNvSpPr/>
          <p:nvPr/>
        </p:nvSpPr>
        <p:spPr>
          <a:xfrm>
            <a:off x="6437376" y="32461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0296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Real-time dashboard (call monitoring)</a:t>
            </a:r>
          </a:p>
        </p:txBody>
      </p:sp>
      <p:sp>
        <p:nvSpPr>
          <p:cNvPr id="37" name="Oval 36"/>
          <p:cNvSpPr/>
          <p:nvPr/>
        </p:nvSpPr>
        <p:spPr>
          <a:xfrm>
            <a:off x="6437376" y="46177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4617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0296" y="4617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Hindi + Telugu language support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98864" y="114300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0960" dist="38100" dir="270000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98864" y="1143000"/>
            <a:ext cx="2743200" cy="59436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0304" y="1170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Long Term
(6 Months)</a:t>
            </a:r>
          </a:p>
        </p:txBody>
      </p:sp>
      <p:sp>
        <p:nvSpPr>
          <p:cNvPr id="43" name="Oval 42"/>
          <p:cNvSpPr/>
          <p:nvPr/>
        </p:nvSpPr>
        <p:spPr>
          <a:xfrm>
            <a:off x="9381744" y="1874519"/>
            <a:ext cx="411480" cy="411480"/>
          </a:xfrm>
          <a:prstGeom prst="ellipse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81744" y="187451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84664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Full automation pipeline</a:t>
            </a:r>
          </a:p>
        </p:txBody>
      </p:sp>
      <p:sp>
        <p:nvSpPr>
          <p:cNvPr id="46" name="Oval 45"/>
          <p:cNvSpPr/>
          <p:nvPr/>
        </p:nvSpPr>
        <p:spPr>
          <a:xfrm>
            <a:off x="9381744" y="3246120"/>
            <a:ext cx="411480" cy="411480"/>
          </a:xfrm>
          <a:prstGeom prst="ellipse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81744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84664" y="3246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Auto-retry failed calls next day</a:t>
            </a:r>
          </a:p>
        </p:txBody>
      </p:sp>
      <p:sp>
        <p:nvSpPr>
          <p:cNvPr id="49" name="Oval 48"/>
          <p:cNvSpPr/>
          <p:nvPr/>
        </p:nvSpPr>
        <p:spPr>
          <a:xfrm>
            <a:off x="9381744" y="4617720"/>
            <a:ext cx="411480" cy="411480"/>
          </a:xfrm>
          <a:prstGeom prst="ellipse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81744" y="4617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84664" y="4617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E"/>
                </a:solidFill>
              </a:rPr>
              <a:t>ML model to predict best call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FORAGE AI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Sarah: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🤖  Fully Automated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Sarah calls hospitals, handles every conversation, saves results — zero human effort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🧠  Best-in-Class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76856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Whisper STT + Llama 70B brain + Piper TTS — all open source, all state-of-the-art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🛡️  Battle-Tested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85615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26 scenarios handled: identity challenges, legal questions, holds, refusals, voicemail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7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💰  Near-Zero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85615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Free tier APIs + local TTS. One $5 Groq upgrade removes all rate limit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📊  Full Data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94376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Every call: audio recording + transcript + database entry + JSON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920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🚀  Built In-House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294376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We own the code, the data, the pipeline. No vendor lock-in. Fully customizable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99BB"/>
                </a:solidFill>
              </a:rPr>
              <a:t>Built by Forage AI Healthcare  ·  2026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